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Details (Group Name/ Student Numbers/ Names)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Inferential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On-screen Show 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Title Slide</vt:lpstr>
      <vt:lpstr>Problem Statement</vt:lpstr>
      <vt:lpstr>Objectives</vt:lpstr>
      <vt:lpstr>Data Collection</vt:lpstr>
      <vt:lpstr>Data Preprocessing</vt:lpstr>
      <vt:lpstr>Descriptive Analysis</vt:lpstr>
      <vt:lpstr>Inferential Analysis</vt:lpstr>
      <vt:lpstr>Predictive Model</vt:lpstr>
      <vt:lpstr>Results</vt:lpstr>
      <vt:lpstr>Final Decision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Samadhi Rathnayake</cp:lastModifiedBy>
  <cp:revision>4</cp:revision>
  <dcterms:created xsi:type="dcterms:W3CDTF">2013-01-27T09:14:16Z</dcterms:created>
  <dcterms:modified xsi:type="dcterms:W3CDTF">2026-04-03T06:39:21Z</dcterms:modified>
  <cp:category/>
</cp:coreProperties>
</file>